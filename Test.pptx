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D4EB-8D6D-4957-883A-15C70F551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1CFD6-D51B-4D46-96B0-DCC31C9A2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3CAD0-7390-48FC-9833-6606008F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28C9A-611E-4323-BBCB-DAB6D0F2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30292-DE64-46BB-858A-81DFE9C8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98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D09C-5247-4484-8E07-04534116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9D801-A25B-498E-8265-EE8EC7625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3452A-D628-43B0-A9C2-CE9B329ED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0026A-A6E4-4AB0-81F8-72BC54FE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7E903-5337-4C0A-A4D4-26655D2B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33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90EB-AA2F-4706-AFCA-C6F38C63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711BC-B712-48F0-8917-44F4314C9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6A89C-A15C-4C95-B22C-F15478F6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E502-122F-4716-9D6F-B3BC9E83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C40D-85FA-4347-9A43-656D267E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99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6557-0286-4A9C-BF0F-0AE1F3F42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78AB2-6EE6-4CE9-B761-E0DF51E14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943F4-9EB2-425C-ACEE-E10060E9D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FB5ED-2412-4670-BB02-62F394FE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B8EC5-936E-4D61-8E3D-3FFD6D29C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BD3B0-11A9-4AEC-9ECA-7C0929CC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106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A37B-7B25-42FF-B807-C8317B0D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03B8B-EF6F-4225-B01A-062F02FB8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CB11E-5EBC-457C-8B75-D5F5BC054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DF7A1-D5EC-4D17-9EE1-AF415CD90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671A9-EEB0-411D-8583-FC6326559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FA55E-39EC-42C4-B0D9-6697AD6C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361A59-A2F5-4B87-9892-26094D9B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09C8F1-D939-4F67-9271-A907A318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89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C1EC-9829-4EEA-AE91-1D8650D0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A05A5-3DB5-42BF-8BAB-1576DD6F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29531-12DD-4BA7-B88D-187E5FC0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6B2CC-695E-4775-B62E-DAB5BA9D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79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2866C-23DD-48EA-9E8C-5A9F831E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1F5C4-6828-4F13-A4B5-17383F27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0CEA5-B87F-4BEF-87B6-0D32AA54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81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9208-6A4B-4975-9A1C-B4B1CD0B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FB19D-8CDD-44C0-9068-8E6FD2D09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66F1D-0ABF-4906-9479-50F7EBCED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C9648-E8EA-4259-B33D-B330207C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344B6-8D0A-431E-A206-EFEE5F1A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D0249-D498-4BF0-B616-55E8B42EF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97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2F8C-432A-49F6-BD2F-EA258794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D636A-BA73-471A-B7CF-59A4352DA8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AB677-FCBA-4D82-9AD5-4F1C10F4F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3B9ED-50CE-4CF7-836F-0553EA89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59A50-5649-4CFD-9684-712BDB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0F2FF-DC1A-4B5F-8D91-8225A5E7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52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E7C1-A2D5-4035-9F68-0620E122A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1F804-B9AE-4C11-B65F-1670F3CA0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784E-6525-4588-925F-887246FE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B5B48-2FF5-478B-A7C7-0FFC10BE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1E037-74C4-42D4-A168-C9D48D44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73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13B62-5692-46CF-B54A-9340AD680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A6758-E6EF-454A-819C-0B2AB4317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25181-52C5-44DE-8D88-D593AE4F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052D5-604F-4B2F-AA8B-FB6963B3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9CFE6-3814-4D74-8EC5-2558341A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2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CF1B25-F321-426A-BCDE-E13BDB83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95E9-CE3D-45B3-A5E6-A1F880CA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A319-5237-4E27-8BB6-1EC65E68E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47FA1-BFFF-4ADE-BAED-E1498F86ECE8}" type="datetimeFigureOut">
              <a:rPr lang="en-GB" smtClean="0"/>
              <a:t>04/03/2022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1C6BA-71B1-4F5D-B0C9-D305FE1BB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7DEF2-4491-4D97-BDB9-8D7F50A48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91FC7-D92A-4A4F-9A93-098C1B251E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33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D60D-FBC4-4978-AB22-7ECE2C0734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47D81-DFD7-4AE2-8D2E-B4001CDD6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2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Adam Ivison</dc:creator>
  <cp:lastModifiedBy>Adam Ivison</cp:lastModifiedBy>
  <cp:revision>1</cp:revision>
  <dcterms:created xsi:type="dcterms:W3CDTF">2022-03-04T17:11:20Z</dcterms:created>
  <dcterms:modified xsi:type="dcterms:W3CDTF">2022-03-04T17:11:20Z</dcterms:modified>
</cp:coreProperties>
</file>